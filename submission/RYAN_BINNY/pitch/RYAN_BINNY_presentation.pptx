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Two designs that score 94.0 and 93.6 — and that is the least interesting thing here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Locksmith Bio x IBAB de novo antibody design - anti-PD-1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A1A1A"/>
                </a:solidFill>
              </a:defRPr>
            </a:pPr>
            <a:r>
              <a:t>Challenge 1 - humanised anti-PD-1, composite 94.0 / 100, viable.</a:t>
            </a:r>
          </a:p>
          <a:p>
            <a:pPr>
              <a:spcAft>
                <a:spcPts val="700"/>
              </a:spcAft>
              <a:defRPr sz="1700" b="1">
                <a:solidFill>
                  <a:srgbClr val="1A1A1A"/>
                </a:solidFill>
              </a:defRPr>
            </a:pPr>
            <a:r>
              <a:t>Challenge 2 - de novo anti-PD-1, composite 93.6 / 100, viable.</a:t>
            </a:r>
          </a:p>
          <a:p>
            <a:pPr>
              <a:spcAft>
                <a:spcPts val="700"/>
              </a:spcAft>
              <a:defRPr sz="17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1A1A1A"/>
                </a:solidFill>
              </a:defRPr>
            </a:pPr>
            <a:r>
              <a:t>Six of the eight scored metrics are computed from files we generate ourselves. The rubric is gameable, so every competent team's numbers will look like ours.</a:t>
            </a:r>
          </a:p>
          <a:p>
            <a:pPr>
              <a:spcAft>
                <a:spcPts val="700"/>
              </a:spcAft>
              <a:defRPr sz="1700" b="1">
                <a:solidFill>
                  <a:srgbClr val="1F4E79"/>
                </a:solidFill>
              </a:defRPr>
            </a:pPr>
            <a:r>
              <a:t>What is rare is a team that built the evaluation harness before the designs, then used it to break its own published results - and shipped the receipts.</a:t>
            </a:r>
          </a:p>
          <a:p>
            <a:pPr>
              <a:spcAft>
                <a:spcPts val="700"/>
              </a:spcAft>
              <a:defRPr sz="17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606060"/>
                </a:solidFill>
              </a:defRPr>
            </a:pPr>
            <a:r>
              <a:t>The next five slides are what the harness found. Three of them are about 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A silently discarded MSA: ipSAE 0.012 vs 0.773 on the same molecule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The finding that invalidated every Challenge 2 number we had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  <a:r>
              <a:t>Boltz compares the MSA's query length against the input chain. On a mismatch it DISCARDS the alignment and folds single-sequence - announcing it only on stdout.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  <a:r>
              <a:t>Our harness captured stdout and threw it away. For nine days every Challenge 2 fold paired a 123-residue antigen with a 113-residue cached alignment.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Measured 2x2 on the same design: with a correct alignment 0.012 both before and after the fix; without it, 0.773 / 0.686. The no-MSA cells reproduce our entire historical envelope - which is how the condition was identified at all.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A degraded input did not blur the ranking, it nearly INVERTED it. Re-screening all 30 designs: the one that clears had ranked 29th of 30; the design we had packaged fell 0.864 -&gt; 0.013 from 1st.</a:t>
            </a:r>
          </a:p>
          <a:p>
            <a:pPr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Transferable: capture a tool's stdout and stderr, and grep them for the words it uses when it gives up on something.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We calibrated the gate against 40 real crystals. It is on the wrong variable.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Every number below recomputed from runs/calibration/scores.json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A1A1A"/>
                </a:solidFill>
              </a:defRPr>
            </a:pPr>
            <a:r>
              <a:t>ipSAE tracks pose accuracy: Spearman rho = +0.702, 95% CI [0.50, 0.83], n = 40.</a:t>
            </a: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1A1A1A"/>
                </a:solidFill>
              </a:defRPr>
            </a:pPr>
            <a:r>
              <a:t>Error rates only mean something at ONE threshold: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1A1A1A"/>
                </a:solidFill>
              </a:defRPr>
            </a:pPr>
            <a:r>
              <a:t>DockQ &gt;= 0.49 (Medium+):  12.5% false-positive, 25.0% false-negative.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1A1A1A"/>
                </a:solidFill>
              </a:defRPr>
            </a:pPr>
            <a:r>
              <a:t>DockQ &gt;= 0.23 (Acceptable+):  0% false-positive, 58.3% false-negative.</a:t>
            </a:r>
          </a:p>
          <a:p>
            <a:pPr lvl="1">
              <a:spcAft>
                <a:spcPts val="700"/>
              </a:spcAft>
              <a:defRPr sz="1200" b="1">
                <a:solidFill>
                  <a:srgbClr val="B03020"/>
                </a:solidFill>
              </a:defRPr>
            </a:pPr>
            <a:r>
              <a:t>The 0% rests on 4 negatives - Clopper-Pearson 95% upper bound 0.602, i.e. uninformative. Our own earlier text paired the 0% with the 25%: the favourable half of each, reachable at neither. Corrected in this package.</a:t>
            </a: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1F4E79"/>
                </a:solidFill>
              </a:defRPr>
            </a:pPr>
            <a:r>
              <a:t>The rubric gates on ipSAE. At Medium+, interface pLDDT separates good poses at AUC 0.992 against ipSAE's 0.911 - the rubric gates on the weaker of its own two confidence metrics.</a:t>
            </a:r>
          </a:p>
          <a:p>
            <a:pPr>
              <a:spcAft>
                <a:spcPts val="700"/>
              </a:spcAft>
              <a:defRPr sz="1400" b="0">
                <a:solidFill>
                  <a:srgbClr val="606060"/>
                </a:solidFill>
              </a:defRPr>
            </a:pPr>
            <a:r>
              <a:t>Stated honestly: that ordering REVERSES at Acceptable+ (0.750 vs 0.833), so the claim is 'better at the Medium boundary', not 'better everywhere'.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We built a 1.65x speed-up, measured it corrupting structures, and threw it away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The cheapest result here, and the one we were most tempted not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Batched folding promised 1.65x. Verification against the single-fold path: only 1 of 4 designs came back byte-identical.</a:t>
            </a: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The other three moved 72-89 Angstrom in ligand RMSD and +/-0.28 ipSAE - not noise, different structures.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1F4E79"/>
                </a:solidFill>
              </a:defRPr>
            </a:pPr>
            <a:r>
              <a:t>Rejected. The 0.8 h it would have saved is worth less than one silently wrong pose.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WITHDRAWN, same evidence: we asserted a padding mechanism for the corruption. The four folds ran 94 s apart, so no batch ever formed. We still do not know the cause, and we are not going to invent one.</a:t>
            </a:r>
          </a:p>
          <a:p>
            <a:pPr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A reproducibility test needs a determinism CONTROL first, or you will blame your own code and exonerate it with equal justification.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What the designs honestly are - including where one misses the brief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The section a reviewer should read before the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Challenge 1 is humanised pembrolizumab: ~93% identical, 16 substitutions, and 6 of those touch the antigen nowhere. It is a good design and it is not a novel one.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Challenge 2 sits on RFantibody's stock trastuzumab framework. About 25% of its paratope is unchanged trastuzumab, including two of the three largest single contributors.</a:t>
            </a: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Section 3.2 asks for complete VH/VL de novo. THIS DOES NOT MEET THAT.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  <a:r>
              <a:t>Nothing here is an affinity measurement. Every pose-derived number is a prediction compared to another prediction; our SKEMPI arm found no metric in this stack tracks measured binding free energy.</a:t>
            </a:r>
          </a:p>
          <a:p>
            <a:pPr>
              <a:spcAft>
                <a:spcPts val="700"/>
              </a:spcAft>
              <a:defRPr sz="1500" b="1">
                <a:solidFill>
                  <a:srgbClr val="1F4E79"/>
                </a:solidFill>
              </a:defRPr>
            </a:pPr>
            <a:r>
              <a:t>We would rather hand you a design we can characterise than one we can only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We ran four independent audits against the finished package. They found plenty.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Diagnosis: the publish step fires before the verification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  <a:r>
              <a:t>Four auditors, separate mandates, given the handbook, the repo and the package - and none of our conclusions. Our own results files were handed over as CLAIMS TO VERIFY, not as evidence.</a:t>
            </a: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</a:p>
          <a:p>
            <a:pPr lvl="1">
              <a:spcAft>
                <a:spcPts val="700"/>
              </a:spcAft>
              <a:defRPr sz="1200" b="0">
                <a:solidFill>
                  <a:srgbClr val="B03020"/>
                </a:solidFill>
              </a:defRPr>
            </a:pPr>
            <a:r>
              <a:t>A stale pitch deck describing designs no longer in the submission.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B03020"/>
                </a:solidFill>
              </a:defRPr>
            </a:pPr>
            <a:r>
              <a:t>A DockQ documentation error worth all of Challenge 1 in the bad case: at defaults the tool exits 1 with empty output, and we documented the wrong minimum flag value.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B03020"/>
                </a:solidFill>
              </a:defRPr>
            </a:pPr>
            <a:r>
              <a:t>Four headline claims stated one confidence level above their own intervals.</a:t>
            </a: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1F4E79"/>
                </a:solidFill>
              </a:defRPr>
            </a:pPr>
            <a:r>
              <a:t>~24 claims withdrawn across 66 commits, several inside shipped deliverables. Every one self-caught.</a:t>
            </a:r>
          </a:p>
          <a:p>
            <a:pPr>
              <a:spcAft>
                <a:spcPts val="700"/>
              </a:spcAft>
              <a:defRPr sz="1400" b="0">
                <a:solidFill>
                  <a:srgbClr val="606060"/>
                </a:solidFill>
              </a:defRPr>
            </a:pPr>
            <a:r>
              <a:t>The measurements were near-always arithmetically right and then stated too strongly. That is one correctable failure, not many - and it is now a check that fails the build, not a habit.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